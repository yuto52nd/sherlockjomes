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86587-7D12-97BF-8C37-14C25DDD34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113005-DD64-B8DD-7D75-CD5EEF14FC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A700FC-CA40-73A6-3CCC-2890F1D43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8CC8C-AD8F-4CC0-97A3-00FD0BEC0471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DE4819-0C2D-A573-DD56-BA2143E0E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0797C8-E843-A5A3-45F9-27437A743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FCD41-0DB1-4742-9F77-BD9446C7A3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7183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742AD-759F-098D-94C0-D4C003119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5A2B4E-A463-9227-4FD6-B3928DE751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D5D97E-1D2C-6B95-CA6A-530C89F3A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8CC8C-AD8F-4CC0-97A3-00FD0BEC0471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A9D899-5EA6-164F-C46C-AD7E8CBAB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B222A5-D09F-227F-6C0F-9901ACEE5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FCD41-0DB1-4742-9F77-BD9446C7A3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05315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37F82-D152-076C-D569-CA7A44F53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3B6772-16B4-B804-F829-4C34A6533F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98DC4C-04FD-07D9-30EF-0774FC6D1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8CC8C-AD8F-4CC0-97A3-00FD0BEC0471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8CCC00-F156-644A-A5AD-2CB4D3A53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8B4BB5-6768-80CB-2383-D15CCA866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FCD41-0DB1-4742-9F77-BD9446C7A3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3274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37230-C769-4377-32FF-D8E784A9C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0D4FB-811A-C125-1AD3-B420FDE749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0D9ADF-3C4D-9013-8D0E-4E1ADC0D24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2C9956-03C2-DF1F-9D54-7471B14BF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8CC8C-AD8F-4CC0-97A3-00FD0BEC0471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78ECEF-117C-C99B-88E6-13EBA5FC6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6DF573-E32A-12D7-2C61-41FF9789C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FCD41-0DB1-4742-9F77-BD9446C7A3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91413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F6DC2-53E8-6B2E-EF22-26610A95A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32E6FF-CEDA-063E-DD29-718668FCD4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8542E5-2BF8-00EB-EAB4-6D1CD44748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E1A2A3-110C-091A-75B4-32B0D3F266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0EA29B-B0C1-9795-FC16-CE55DF3B79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6A7C8B-0C81-3151-59D8-05E1568DD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8CC8C-AD8F-4CC0-97A3-00FD0BEC0471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542457-1198-A66C-8F78-06F6AB395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693F83-462E-F14F-9FD4-5F0B7FF7C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FCD41-0DB1-4742-9F77-BD9446C7A3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91404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67804-63ED-7969-6FAD-8FD854B1E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4CEE4A-4EB5-AE03-0425-DDCE8E605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8CC8C-AD8F-4CC0-97A3-00FD0BEC0471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EDB46E-8355-8F8C-48D0-63F1899AC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C5C2B0-B2C3-4D45-3608-284405524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FCD41-0DB1-4742-9F77-BD9446C7A3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54487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A30A8C-3E36-7BDC-8209-A32E404FE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8CC8C-AD8F-4CC0-97A3-00FD0BEC0471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B7AB1F-8A49-E3B5-4DED-4AB8736B9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8045E1-47C2-2F8F-C105-DE7052919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FCD41-0DB1-4742-9F77-BD9446C7A3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2479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85281-BC17-04C3-5ACD-26DBA11F2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DDBC9B-27FB-023F-529C-C3A01CF5B9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DBCBFE-9A8A-64A4-348E-083640D5A3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220B93-2A5E-6817-9688-3C0B8FD6A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8CC8C-AD8F-4CC0-97A3-00FD0BEC0471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A16860-AA10-773E-01E1-10275D147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312487-9DF8-FACC-4581-25CB9C3B3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FCD41-0DB1-4742-9F77-BD9446C7A3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6445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5A33C-A32C-E4DE-6FB0-E93325759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CB36D1-63B4-78BD-146F-ACF882FC18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19F259-298B-DF55-F7A5-632048888A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9532D0-E34F-5E05-A3F2-A5E58AFCD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8CC8C-AD8F-4CC0-97A3-00FD0BEC0471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C49B94-B4EC-BA26-FA36-A62FD9DE2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4BF69E-7F3E-447C-C558-738A77F27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FCD41-0DB1-4742-9F77-BD9446C7A3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95694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642C0-46E0-F0AC-6446-E5FA7FD2E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C19A5A-F24D-B5C9-9D43-257B8FC2D9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146E2B-D18C-82D9-C1CB-1B7B94A5F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8CC8C-AD8F-4CC0-97A3-00FD0BEC0471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68C31C-1831-D058-18BE-5E0724814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7B01AF-E7DC-4F9B-2FAB-7DF29605D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FCD41-0DB1-4742-9F77-BD9446C7A3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69399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4B87F4-B777-F1BE-BFD8-F5F52A61BE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9C677B-5F60-29B4-BD59-200F211AEA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D0E610-55DC-53F4-C39C-760980B29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8CC8C-AD8F-4CC0-97A3-00FD0BEC0471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43F1B3-B61A-5E3B-5631-3B1461C26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9F1D78-E072-A0B3-CBF4-0AF983C64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FCD41-0DB1-4742-9F77-BD9446C7A3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5355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240BF1-EFB2-6558-44C1-EA75E1063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CA6D1F-3085-9247-419E-CA6125F3A9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C64181-23FF-7CB1-05CB-D659C9C052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78CC8C-AD8F-4CC0-97A3-00FD0BEC0471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BD142B-E800-D066-AF83-9AD71DA115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2F7AB4-07FA-AB91-7CE6-1D0DA115F8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AFCD41-0DB1-4742-9F77-BD9446C7A3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5507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803F9A8-9B11-8706-80C5-F000E57E76F9}"/>
              </a:ext>
            </a:extLst>
          </p:cNvPr>
          <p:cNvCxnSpPr/>
          <p:nvPr/>
        </p:nvCxnSpPr>
        <p:spPr>
          <a:xfrm>
            <a:off x="3291840" y="0"/>
            <a:ext cx="0" cy="71729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3E85C86-0D2B-6286-9810-F012723EC46C}"/>
              </a:ext>
            </a:extLst>
          </p:cNvPr>
          <p:cNvCxnSpPr/>
          <p:nvPr/>
        </p:nvCxnSpPr>
        <p:spPr>
          <a:xfrm>
            <a:off x="9350090" y="-82492"/>
            <a:ext cx="0" cy="71729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02BFB102-8F32-4814-7251-0DE428A3A179}"/>
              </a:ext>
            </a:extLst>
          </p:cNvPr>
          <p:cNvSpPr/>
          <p:nvPr/>
        </p:nvSpPr>
        <p:spPr>
          <a:xfrm>
            <a:off x="3678713" y="6385792"/>
            <a:ext cx="5284504" cy="14093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CASE FILE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8A4EC17-8F26-CF35-C591-31B24027E4C6}"/>
              </a:ext>
            </a:extLst>
          </p:cNvPr>
          <p:cNvSpPr/>
          <p:nvPr/>
        </p:nvSpPr>
        <p:spPr>
          <a:xfrm>
            <a:off x="3678713" y="209723"/>
            <a:ext cx="3409984" cy="53437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LOCATION HINTS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FF458DE-D750-72A3-5389-E65AD0DB2A30}"/>
              </a:ext>
            </a:extLst>
          </p:cNvPr>
          <p:cNvSpPr/>
          <p:nvPr/>
        </p:nvSpPr>
        <p:spPr>
          <a:xfrm>
            <a:off x="7378852" y="3238150"/>
            <a:ext cx="1681082" cy="231535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FREE NOTES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A6732C-7407-C428-1A20-E2F7918BF1E1}"/>
              </a:ext>
            </a:extLst>
          </p:cNvPr>
          <p:cNvSpPr/>
          <p:nvPr/>
        </p:nvSpPr>
        <p:spPr>
          <a:xfrm>
            <a:off x="7351133" y="209722"/>
            <a:ext cx="1736520" cy="29361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18931335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6C9AF808-D21B-8C48-C4BE-762760DED1EE}"/>
              </a:ext>
            </a:extLst>
          </p:cNvPr>
          <p:cNvCxnSpPr/>
          <p:nvPr/>
        </p:nvCxnSpPr>
        <p:spPr>
          <a:xfrm>
            <a:off x="3291840" y="0"/>
            <a:ext cx="0" cy="71729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0DACC34-ECF1-E1EC-E72F-01F9DC2EDF70}"/>
              </a:ext>
            </a:extLst>
          </p:cNvPr>
          <p:cNvCxnSpPr/>
          <p:nvPr/>
        </p:nvCxnSpPr>
        <p:spPr>
          <a:xfrm>
            <a:off x="9350090" y="-82492"/>
            <a:ext cx="0" cy="71729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DAC994E8-8255-DE20-00F5-8C815F573D69}"/>
              </a:ext>
            </a:extLst>
          </p:cNvPr>
          <p:cNvSpPr/>
          <p:nvPr/>
        </p:nvSpPr>
        <p:spPr>
          <a:xfrm>
            <a:off x="3691156" y="5025006"/>
            <a:ext cx="5335396" cy="15855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START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D0C597-A1BF-853D-8984-466AC4DB95B3}"/>
              </a:ext>
            </a:extLst>
          </p:cNvPr>
          <p:cNvSpPr txBox="1"/>
          <p:nvPr/>
        </p:nvSpPr>
        <p:spPr>
          <a:xfrm>
            <a:off x="3691156" y="540332"/>
            <a:ext cx="514189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EASY 	MEDIUM 		HARD </a:t>
            </a:r>
          </a:p>
          <a:p>
            <a:r>
              <a:rPr lang="en-GB" dirty="0"/>
              <a:t>CLUE TIMER: 				30</a:t>
            </a:r>
          </a:p>
          <a:p>
            <a:r>
              <a:rPr lang="en-GB" dirty="0"/>
              <a:t>CLUE NOTES 		# AUTO 	# MANUAL</a:t>
            </a:r>
          </a:p>
          <a:p>
            <a:r>
              <a:rPr lang="en-GB" dirty="0"/>
              <a:t>KEYS AND LOCKS 			ON/OFF (*) </a:t>
            </a:r>
          </a:p>
          <a:p>
            <a:endParaRPr lang="en-GB" dirty="0"/>
          </a:p>
          <a:p>
            <a:r>
              <a:rPr lang="en-GB" dirty="0"/>
              <a:t>MAPS	</a:t>
            </a:r>
          </a:p>
          <a:p>
            <a:r>
              <a:rPr lang="en-GB" dirty="0"/>
              <a:t>BASIC 	MODERN 	OLD </a:t>
            </a:r>
          </a:p>
          <a:p>
            <a:endParaRPr lang="en-GB" dirty="0"/>
          </a:p>
          <a:p>
            <a:r>
              <a:rPr lang="en-GB" dirty="0"/>
              <a:t>CASE BOUNDS 		0-75 </a:t>
            </a:r>
          </a:p>
        </p:txBody>
      </p:sp>
    </p:spTree>
    <p:extLst>
      <p:ext uri="{BB962C8B-B14F-4D97-AF65-F5344CB8AC3E}">
        <p14:creationId xmlns:p14="http://schemas.microsoft.com/office/powerpoint/2010/main" val="12055369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5805</TotalTime>
  <Words>53</Words>
  <Application>Microsoft Office PowerPoint</Application>
  <PresentationFormat>Widescreen</PresentationFormat>
  <Paragraphs>14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Bailey Crosby</dc:creator>
  <cp:lastModifiedBy>Bailey Crosby</cp:lastModifiedBy>
  <cp:revision>1</cp:revision>
  <dcterms:created xsi:type="dcterms:W3CDTF">2026-01-15T15:48:20Z</dcterms:created>
  <dcterms:modified xsi:type="dcterms:W3CDTF">2026-01-19T16:34:05Z</dcterms:modified>
</cp:coreProperties>
</file>