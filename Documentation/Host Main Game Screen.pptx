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14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22" y="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F60D8-7756-44E1-7D7C-CB519E93C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6DF77-F3BF-F787-4C9D-6A7D00D44C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6E126-077C-7614-D869-97949AD3D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D158F-3081-554C-C7E4-D5970470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8C282-77F7-BA72-4B53-F1F043D06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264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DABF4-D9D1-CC62-7556-B873785D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282E0-BD13-1D21-E7AC-67F79353A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95AE6-C7F9-C562-54A3-DE229D087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E3FA-5101-CE21-8C3E-BA512F3B3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38DE3-7271-2069-22E6-197155653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7753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22A6F-DBD7-380F-A2EF-8BA3AA08D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B1C239-7330-262C-410E-EA036E53C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FF32F-2BB1-6305-A33B-75C2B7885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F8145-A492-71C2-10A7-F27AF0BEA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84098C-F004-3AC7-E0AE-55972590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7195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81ED7-9002-AA74-6E94-2959F33F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C7A76-14D3-5F55-5749-42542766AE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7740C0-A1EE-50D4-F59F-67EDC0002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F6F1E-20EC-A608-C8C7-4DA32FDA2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23C13-4BFC-1575-B8C8-F29F32E98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4FFD74-5394-5AF5-F4CA-1D8680C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0068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1C61-4543-76B9-EF67-7EA7E2335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529D4-6E10-920C-0851-B159691B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41060E-F4CD-82D7-834C-B759D88233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83746A-D95F-7C6B-2A6E-9F6331D9B4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506B1F-F734-1055-A84F-4D8A3452F1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4B438-7F2B-BB04-9AFB-76748258A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B7AF4F-625F-1396-48C7-6F7B3B644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0E04E7-ED69-56D1-FF4B-9DBEF4846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56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5FE1C-F876-FCD7-18B8-2709D64C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9FEF3C-DA86-1C6F-2DF6-AFF19F549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DD361E-2A38-1240-E147-1B6BCA20A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9D39C-1C9A-64DA-BD70-2342919E3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124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7F3BA-ACEE-88F0-6998-A838E99DE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13C5E7-823D-0BCE-EE4A-EDFD245E1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FF46D-D002-4176-8202-BFE32FCA3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37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01D5D-88EF-7DAA-9668-12FC8329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0E252-32A0-53E0-CEA0-03F57ABA7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4F0BF-9760-5801-B1A7-179B634C2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CD9BB-B2C5-2841-983C-F0A354EBA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FE70BB-88ED-29E4-3579-68ABFAEB7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0B196-BB38-8D0E-7F09-09E29F6A1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1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80D68-B259-B893-8251-D7A2B174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AC683C-A73A-DFA7-9B80-2BFDDBABEC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B80212-5513-2837-1EA5-EF401CEA0E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37CFD3-9E81-F1CF-A941-AD1A9E8C4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B1DD8-8BC2-21AE-FAF9-38CFFD3C8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9832B-C79B-6B13-EF7F-7BE0C4EB3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7250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ABF41-9DC0-4046-41EF-B23B8D22B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4CEAA2-F3A9-6977-3BD2-91D61FC5B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B2570-747E-72CD-34CE-0C65D4F33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44652-3B99-AD02-9840-41C4CFFA1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F7A9AC-3FA9-3A2B-35F3-D1E59FAD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206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5287F2-EAF6-781B-191C-D2A8A089CF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ECA05C-9325-76C4-F63C-EF3A7483D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85E37-7CE3-8D31-9F3A-F2FBE53B5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EA989-746F-E467-F817-6C0DC5687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73C16-8938-BAD3-F64C-49B17918A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0871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C5471-07EA-E848-0335-A59C2B147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13E50-6EFE-9EFB-5311-0290015B8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35DC8-D5BC-140C-AF3F-4F576BD18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D0E25-5DB8-471D-A76A-627DA246F623}" type="datetimeFigureOut">
              <a:rPr lang="en-GB" smtClean="0"/>
              <a:t>16/01/2026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62BC-7905-39F9-6D91-562002584A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AEAA4-719D-4903-61CB-DBEB4EBA08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C86F8-89FD-4E50-B8C9-477BB6C3EBD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268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17/06/relationships/model3d" Target="../media/model3d1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AE8308C-F864-1547-FCE4-1C9B9FAC95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EE164BFC-63D8-AA92-7E04-0CEB292179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implified, Yet Complex Solution (221B Baker Street) – Northern Dice">
            <a:extLst>
              <a:ext uri="{FF2B5EF4-FFF2-40B4-BE49-F238E27FC236}">
                <a16:creationId xmlns:a16="http://schemas.microsoft.com/office/drawing/2014/main" id="{1D92BCD5-1C79-E233-7C35-E1145233F5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63D8AC4C-C69B-0656-78B3-43FF05C2C8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610595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9373B2AC-5212-388E-4ED6-F858DAD5A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61059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8F0BB49-5484-E5D4-9366-55C01C37C9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0F5D22C-1233-BD34-7ADC-E737E2F0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6348CE7A-2A5A-949D-832D-6C30EE2F17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implified, Yet Complex Solution (221B Baker Street) – Northern Dice">
            <a:extLst>
              <a:ext uri="{FF2B5EF4-FFF2-40B4-BE49-F238E27FC236}">
                <a16:creationId xmlns:a16="http://schemas.microsoft.com/office/drawing/2014/main" id="{0E30DA0D-7213-8EF5-F27A-2AABC3AFA4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DA6E6ADD-1F31-501F-EA22-6A89DAD1FE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501645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9C45F920-2491-C14C-5D54-02B06A8ED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5016454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4EBB5A06-7759-0087-1E86-E6C1F0020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1CCD2F3-1BC8-BD28-C407-D432ED06BF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391065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00C38E31-16AB-0A94-B69D-636A21FFA5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124265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 descr="A Simplified, Yet Complex Solution (221B Baker Street) – Northern Dice">
            <a:extLst>
              <a:ext uri="{FF2B5EF4-FFF2-40B4-BE49-F238E27FC236}">
                <a16:creationId xmlns:a16="http://schemas.microsoft.com/office/drawing/2014/main" id="{B465E034-A146-FC4E-1543-C348010916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43067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D8C83299-48F2-1C9F-C65B-E8A2768ACB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76001" y="392695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EA34D482-D5D6-A6F6-610F-44D4877A69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77199" y="3926949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AEB87EB-9BB5-00BA-489A-F9BDE59EA7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30133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7BEEB4D8-EDE5-CD10-A2E4-C8A8007704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1A78B6DE-1FCE-7EC7-C5EF-F024991E58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3" descr="A Simplified, Yet Complex Solution (221B Baker Street) – Northern Dice">
            <a:extLst>
              <a:ext uri="{FF2B5EF4-FFF2-40B4-BE49-F238E27FC236}">
                <a16:creationId xmlns:a16="http://schemas.microsoft.com/office/drawing/2014/main" id="{40AFF3E3-CE86-32C1-F940-43AA1A7294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FEB6DE6E-1491-1DEA-FC2D-990F5204D8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283743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AA679DDA-6CAD-71CB-A0CF-071835EB20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283743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7CD704FC-40E6-F6FD-5340-80A94B2B30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F4FD205D-3C8F-5705-F123-09D19B509C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922083EA-5EE0-EF19-8EBA-971C96ACBB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9" descr="A Simplified, Yet Complex Solution (221B Baker Street) – Northern Dice">
            <a:extLst>
              <a:ext uri="{FF2B5EF4-FFF2-40B4-BE49-F238E27FC236}">
                <a16:creationId xmlns:a16="http://schemas.microsoft.com/office/drawing/2014/main" id="{04AB8317-EC50-A2B0-0F87-518D3EA3DF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9DB8ECE2-6C1D-65BB-9870-4677219197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1747911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E4477AFA-370A-F07B-12EB-4747D0072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174791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C66FB535-BAD0-9F67-08D8-222B10F8B3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B3FF2C75-B72D-BE28-69BD-919D85623E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B3702C58-EAE5-A088-F6F0-5D119EE1BA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 descr="A Simplified, Yet Complex Solution (221B Baker Street) – Northern Dice">
            <a:extLst>
              <a:ext uri="{FF2B5EF4-FFF2-40B4-BE49-F238E27FC236}">
                <a16:creationId xmlns:a16="http://schemas.microsoft.com/office/drawing/2014/main" id="{2E5C1FF5-5286-5927-5780-B977B1F455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59897B4-6360-DADD-D4D4-BF54D63E66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65838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1B3265C6-43DD-4100-408D-ED2AC2A46E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65838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B9E8722E-EFFE-0072-2409-56F2578A69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31CD2BA1-F31B-0F61-06D9-9ACA604C97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6EC238DB-E82C-7B45-051E-4204F2569F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implified, Yet Complex Solution (221B Baker Street) – Northern Dice">
            <a:extLst>
              <a:ext uri="{FF2B5EF4-FFF2-40B4-BE49-F238E27FC236}">
                <a16:creationId xmlns:a16="http://schemas.microsoft.com/office/drawing/2014/main" id="{F1AFA5FF-CE79-BA77-7C16-D55619A271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0A99EDB9-1A23-7642-422F-0ED791CA3B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-43114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D9CCE549-E9F2-38B8-ADA9-4A89767B17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-431149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6D29D005-E2D2-41EC-54A8-F4C3F3D463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999A36E1-5D5C-8604-4EAA-901213F1421D}"/>
              </a:ext>
            </a:extLst>
          </p:cNvPr>
          <p:cNvSpPr/>
          <p:nvPr/>
        </p:nvSpPr>
        <p:spPr>
          <a:xfrm>
            <a:off x="1527844" y="2141033"/>
            <a:ext cx="6991013" cy="1287967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rgbClr val="051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702AB26-6EA6-1DF0-126D-2B21168CC88A}"/>
              </a:ext>
            </a:extLst>
          </p:cNvPr>
          <p:cNvSpPr/>
          <p:nvPr/>
        </p:nvSpPr>
        <p:spPr>
          <a:xfrm>
            <a:off x="8511224" y="2140996"/>
            <a:ext cx="2304000" cy="2305050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3888E32-2567-D80D-1632-8B29002CD6FC}"/>
              </a:ext>
            </a:extLst>
          </p:cNvPr>
          <p:cNvSpPr/>
          <p:nvPr/>
        </p:nvSpPr>
        <p:spPr>
          <a:xfrm>
            <a:off x="1523933" y="3429000"/>
            <a:ext cx="3495600" cy="1017046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rgbClr val="051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58D5FC3-E6E7-2F8C-CA17-294620E58399}"/>
              </a:ext>
            </a:extLst>
          </p:cNvPr>
          <p:cNvSpPr/>
          <p:nvPr/>
        </p:nvSpPr>
        <p:spPr>
          <a:xfrm>
            <a:off x="5013669" y="3429000"/>
            <a:ext cx="3495600" cy="1017046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rgbClr val="0514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25796-47BA-A1B3-2151-CDD65D90C147}"/>
              </a:ext>
            </a:extLst>
          </p:cNvPr>
          <p:cNvSpPr/>
          <p:nvPr/>
        </p:nvSpPr>
        <p:spPr>
          <a:xfrm>
            <a:off x="1529799" y="2141033"/>
            <a:ext cx="6991013" cy="1287967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9CC274C-1638-C176-3525-A10C4F264B01}"/>
              </a:ext>
            </a:extLst>
          </p:cNvPr>
          <p:cNvSpPr/>
          <p:nvPr/>
        </p:nvSpPr>
        <p:spPr>
          <a:xfrm>
            <a:off x="1525888" y="3429000"/>
            <a:ext cx="3495600" cy="1017046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640ACFC-5476-6496-8531-DA8EC8D548E4}"/>
              </a:ext>
            </a:extLst>
          </p:cNvPr>
          <p:cNvSpPr/>
          <p:nvPr/>
        </p:nvSpPr>
        <p:spPr>
          <a:xfrm>
            <a:off x="5015624" y="3429000"/>
            <a:ext cx="3495600" cy="1017046"/>
          </a:xfrm>
          <a:prstGeom prst="rect">
            <a:avLst/>
          </a:prstGeom>
          <a:solidFill>
            <a:srgbClr val="051421">
              <a:alpha val="6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86B0F94-4F90-8DBC-E482-6520110DC8A8}"/>
              </a:ext>
            </a:extLst>
          </p:cNvPr>
          <p:cNvSpPr/>
          <p:nvPr/>
        </p:nvSpPr>
        <p:spPr>
          <a:xfrm>
            <a:off x="8481003" y="2140962"/>
            <a:ext cx="2703240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4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CREATE </a:t>
            </a:r>
          </a:p>
          <a:p>
            <a:r>
              <a:rPr lang="en-US" sz="48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GAME</a:t>
            </a:r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0E5D1490-6B85-6912-52E4-495A7E4A5F2A}"/>
              </a:ext>
            </a:extLst>
          </p:cNvPr>
          <p:cNvSpPr/>
          <p:nvPr/>
        </p:nvSpPr>
        <p:spPr>
          <a:xfrm>
            <a:off x="8660396" y="3633872"/>
            <a:ext cx="632426" cy="723900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837FC07-4B3E-D4FD-AEF9-8032ECBD20ED}"/>
              </a:ext>
            </a:extLst>
          </p:cNvPr>
          <p:cNvSpPr/>
          <p:nvPr/>
        </p:nvSpPr>
        <p:spPr>
          <a:xfrm>
            <a:off x="1519735" y="2231018"/>
            <a:ext cx="697133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6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221B Baker Street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B32DD8A-341A-2206-7A96-C13EF33085EB}"/>
              </a:ext>
            </a:extLst>
          </p:cNvPr>
          <p:cNvSpPr/>
          <p:nvPr/>
        </p:nvSpPr>
        <p:spPr>
          <a:xfrm>
            <a:off x="5375864" y="3475858"/>
            <a:ext cx="277511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Settings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3F0F2E7-0CD9-531A-7725-1713158486E8}"/>
              </a:ext>
            </a:extLst>
          </p:cNvPr>
          <p:cNvSpPr/>
          <p:nvPr/>
        </p:nvSpPr>
        <p:spPr>
          <a:xfrm>
            <a:off x="1473291" y="3465265"/>
            <a:ext cx="361233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noProof="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Customise</a:t>
            </a:r>
          </a:p>
        </p:txBody>
      </p:sp>
    </p:spTree>
    <p:extLst>
      <p:ext uri="{BB962C8B-B14F-4D97-AF65-F5344CB8AC3E}">
        <p14:creationId xmlns:p14="http://schemas.microsoft.com/office/powerpoint/2010/main" val="2321344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4290FCE0-8FE1-91E6-E515-A8A4A069AC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5D5746C1-C37C-03C5-A330-BA095E0983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E7A855BD-70CD-F43D-6B78-A9E995C37C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1C7764F5-AB97-6CF5-3147-40933D17B2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610595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15EA0BC0-FEC2-218B-A253-3F68CF63C4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61059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F64809D9-09C8-931F-266C-DD7143524A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610596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D9B5AB82-4953-9D64-E41B-45E18A31ED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A54448BC-15CA-AF04-FD37-6B38F9F5EB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A Simplified, Yet Complex Solution (221B Baker Street) – Northern Dice">
            <a:extLst>
              <a:ext uri="{FF2B5EF4-FFF2-40B4-BE49-F238E27FC236}">
                <a16:creationId xmlns:a16="http://schemas.microsoft.com/office/drawing/2014/main" id="{11A3D020-31E1-9949-171F-1701A66C63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C5D8FFB3-AA58-1FEF-E2CE-DC260426CA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501645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6458E17B-B5C7-0353-6C87-80DF230CB3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5016454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7885F9F1-A243-3B16-657A-68CD3AA821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5016457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9DBCA8D-8A02-91F2-4A51-F89BD7E6DA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391065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9D31A06E-7736-EFF6-9F65-8D8CF1B2BD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124265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Simplified, Yet Complex Solution (221B Baker Street) – Northern Dice">
            <a:extLst>
              <a:ext uri="{FF2B5EF4-FFF2-40B4-BE49-F238E27FC236}">
                <a16:creationId xmlns:a16="http://schemas.microsoft.com/office/drawing/2014/main" id="{311587BE-E47B-2CB9-80ED-2EC101E879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43067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50657547-0183-A7FD-8A1E-C0056120C5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76001" y="392695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3B7274B7-3C76-E63D-A4BD-F620C1A441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77199" y="3926949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07B184E7-D1F7-365C-F64A-76EBD892C9F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30133" y="392695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C1AF6539-90A9-0C52-63E2-D7DCA80D92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943E528-595A-6C65-F384-C1E1C4CA1B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 descr="A Simplified, Yet Complex Solution (221B Baker Street) – Northern Dice">
            <a:extLst>
              <a:ext uri="{FF2B5EF4-FFF2-40B4-BE49-F238E27FC236}">
                <a16:creationId xmlns:a16="http://schemas.microsoft.com/office/drawing/2014/main" id="{E97058A1-A05D-8C5B-D8C6-2C832A78A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4EB1BCBE-092B-DFE6-1285-7A8B951BDE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283743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BE54007C-DFDA-F30C-5B08-AD6EC46357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283743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681A871-37CC-428F-526D-13E91D8EE7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283743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C4AAF9D3-157C-CF43-1A0E-AC99DBAE7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5BABD5CD-FFC9-4A53-A4FD-466FB85F8B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 descr="A Simplified, Yet Complex Solution (221B Baker Street) – Northern Dice">
            <a:extLst>
              <a:ext uri="{FF2B5EF4-FFF2-40B4-BE49-F238E27FC236}">
                <a16:creationId xmlns:a16="http://schemas.microsoft.com/office/drawing/2014/main" id="{370150E6-0C1A-C9C8-054F-FE6551680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BF37E8C3-D355-3735-B8C9-4ED6728528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1747911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4B6BACC3-2E90-8411-1303-80F2B23ACB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1747910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9CEA0FC-1F66-B50F-D623-F6DCD16D0C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174791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EF0537CB-DEBF-BB45-9BBF-036F638685F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8120EBE3-1F24-2865-9C69-574BE31C02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36" descr="A Simplified, Yet Complex Solution (221B Baker Street) – Northern Dice">
            <a:extLst>
              <a:ext uri="{FF2B5EF4-FFF2-40B4-BE49-F238E27FC236}">
                <a16:creationId xmlns:a16="http://schemas.microsoft.com/office/drawing/2014/main" id="{0CEC27A8-DC31-EFB9-76F5-4EB5BF451B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A05B283E-16F3-2B6E-5AD9-7D6615E5D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658383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CECF991C-075A-8A8D-1530-E1D77EFA16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658382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FD026C55-9938-2E1A-E23C-989EDCEF50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658385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A08D74A4-5A76-6E9B-016E-AACB153891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-419330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0933AE0B-6C91-5CE8-DB93-B418B3C3B3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6096000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2" descr="A Simplified, Yet Complex Solution (221B Baker Street) – Northern Dice">
            <a:extLst>
              <a:ext uri="{FF2B5EF4-FFF2-40B4-BE49-F238E27FC236}">
                <a16:creationId xmlns:a16="http://schemas.microsoft.com/office/drawing/2014/main" id="{C4FF1D7C-9EF2-4CC5-E29F-00B99F8328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3914802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FE1C915D-F906-521E-1DA1-9B11C5BF54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747736" y="-431148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5D2B6A99-0AE9-A13E-0F2A-D6AA2EDF714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8248934" y="-431149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6" descr="A Simplified, Yet Complex Solution (221B Baker Street) – Northern Dice">
            <a:extLst>
              <a:ext uri="{FF2B5EF4-FFF2-40B4-BE49-F238E27FC236}">
                <a16:creationId xmlns:a16="http://schemas.microsoft.com/office/drawing/2014/main" id="{24403AD8-3A13-2788-BAFB-ACDDB8F85C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28"/>
          <a:stretch>
            <a:fillRect/>
          </a:stretch>
        </p:blipFill>
        <p:spPr bwMode="auto">
          <a:xfrm>
            <a:off x="10401868" y="-431146"/>
            <a:ext cx="2181198" cy="1089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221b Baker Street Board Game Review">
            <a:extLst>
              <a:ext uri="{FF2B5EF4-FFF2-40B4-BE49-F238E27FC236}">
                <a16:creationId xmlns:a16="http://schemas.microsoft.com/office/drawing/2014/main" id="{A27B1E10-D744-FFC9-2CE6-5526158C2B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9" t="6388" r="7064" b="5834"/>
          <a:stretch>
            <a:fillRect/>
          </a:stretch>
        </p:blipFill>
        <p:spPr bwMode="auto">
          <a:xfrm rot="10800000">
            <a:off x="2634446" y="0"/>
            <a:ext cx="692310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8" name="3D Model 47" descr="Dice 6 Sided 16mm">
                <a:extLst>
                  <a:ext uri="{FF2B5EF4-FFF2-40B4-BE49-F238E27FC236}">
                    <a16:creationId xmlns:a16="http://schemas.microsoft.com/office/drawing/2014/main" id="{DCBE7504-98B0-E532-260B-40525FEA2C4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99441441"/>
                  </p:ext>
                </p:extLst>
              </p:nvPr>
            </p:nvGraphicFramePr>
            <p:xfrm>
              <a:off x="10029371" y="2546889"/>
              <a:ext cx="1619665" cy="1764220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619665" cy="1764220"/>
                    </a:xfrm>
                    <a:prstGeom prst="rect">
                      <a:avLst/>
                    </a:prstGeom>
                  </am3d:spPr>
                  <am3d:camera>
                    <am3d:pos x="0" y="0" z="814691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6265663" d="1000000"/>
                    <am3d:preTrans dx="-34" dy="-17999946" dz="55"/>
                    <am3d:scale>
                      <am3d:sx n="1000000" d="1000000"/>
                      <am3d:sy n="1000000" d="1000000"/>
                      <am3d:sz n="1000000" d="1000000"/>
                    </am3d:scale>
                    <am3d:rot ax="2801973" ay="1743676" az="1636130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84963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8" name="3D Model 47" descr="Dice 6 Sided 16mm">
                <a:extLst>
                  <a:ext uri="{FF2B5EF4-FFF2-40B4-BE49-F238E27FC236}">
                    <a16:creationId xmlns:a16="http://schemas.microsoft.com/office/drawing/2014/main" id="{DCBE7504-98B0-E532-260B-40525FEA2C4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29371" y="2546889"/>
                <a:ext cx="1619665" cy="1764220"/>
              </a:xfrm>
              <a:prstGeom prst="rect">
                <a:avLst/>
              </a:prstGeom>
            </p:spPr>
          </p:pic>
        </mc:Fallback>
      </mc:AlternateContent>
      <p:pic>
        <p:nvPicPr>
          <p:cNvPr id="1036" name="Picture 12" descr="A Simplified, Yet Complex Solution (221B Baker Street) – Northern Dice">
            <a:extLst>
              <a:ext uri="{FF2B5EF4-FFF2-40B4-BE49-F238E27FC236}">
                <a16:creationId xmlns:a16="http://schemas.microsoft.com/office/drawing/2014/main" id="{348723EF-B063-18CF-248B-22907099C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24" t="2017" r="13441" b="75968"/>
          <a:stretch>
            <a:fillRect/>
          </a:stretch>
        </p:blipFill>
        <p:spPr bwMode="auto">
          <a:xfrm>
            <a:off x="9747311" y="6215079"/>
            <a:ext cx="2181198" cy="43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Oval 48">
            <a:extLst>
              <a:ext uri="{FF2B5EF4-FFF2-40B4-BE49-F238E27FC236}">
                <a16:creationId xmlns:a16="http://schemas.microsoft.com/office/drawing/2014/main" id="{753886DF-3940-436E-7CEC-ACA041EAEA84}"/>
              </a:ext>
            </a:extLst>
          </p:cNvPr>
          <p:cNvSpPr/>
          <p:nvPr/>
        </p:nvSpPr>
        <p:spPr>
          <a:xfrm>
            <a:off x="5369456" y="1276739"/>
            <a:ext cx="254727" cy="255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CD5A7EA-CF41-929F-8C69-F29B066BE4E3}"/>
              </a:ext>
            </a:extLst>
          </p:cNvPr>
          <p:cNvSpPr/>
          <p:nvPr/>
        </p:nvSpPr>
        <p:spPr>
          <a:xfrm>
            <a:off x="5954503" y="3567370"/>
            <a:ext cx="254727" cy="255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F095C0B-247A-6FDB-BEB7-5CC33CADDAA8}"/>
              </a:ext>
            </a:extLst>
          </p:cNvPr>
          <p:cNvSpPr/>
          <p:nvPr/>
        </p:nvSpPr>
        <p:spPr>
          <a:xfrm>
            <a:off x="3639271" y="5016446"/>
            <a:ext cx="254727" cy="2556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94F048D-8431-90C8-9AD9-470955B331FC}"/>
              </a:ext>
            </a:extLst>
          </p:cNvPr>
          <p:cNvSpPr/>
          <p:nvPr/>
        </p:nvSpPr>
        <p:spPr>
          <a:xfrm>
            <a:off x="7368364" y="2709612"/>
            <a:ext cx="254727" cy="25560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42" name="Picture 18" descr="Sherlock Logo Transparent">
            <a:extLst>
              <a:ext uri="{FF2B5EF4-FFF2-40B4-BE49-F238E27FC236}">
                <a16:creationId xmlns:a16="http://schemas.microsoft.com/office/drawing/2014/main" id="{3788A75F-EC41-2B4F-31BB-BFEFDC44B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6767" y="5045062"/>
            <a:ext cx="198368" cy="19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18" descr="Sherlock Logo Transparent">
            <a:extLst>
              <a:ext uri="{FF2B5EF4-FFF2-40B4-BE49-F238E27FC236}">
                <a16:creationId xmlns:a16="http://schemas.microsoft.com/office/drawing/2014/main" id="{4F39A12A-9BF1-4210-4C23-2A3C8F45D5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1055" y="3589495"/>
            <a:ext cx="198368" cy="19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18" descr="Sherlock Logo Transparent">
            <a:extLst>
              <a:ext uri="{FF2B5EF4-FFF2-40B4-BE49-F238E27FC236}">
                <a16:creationId xmlns:a16="http://schemas.microsoft.com/office/drawing/2014/main" id="{68D73EB4-9A09-8C9E-0828-9C6949387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635" y="1305355"/>
            <a:ext cx="198368" cy="19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18" descr="Sherlock Logo Transparent">
            <a:extLst>
              <a:ext uri="{FF2B5EF4-FFF2-40B4-BE49-F238E27FC236}">
                <a16:creationId xmlns:a16="http://schemas.microsoft.com/office/drawing/2014/main" id="{BAD65B20-43B9-5E45-8B84-A205538B89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4620" y="2738223"/>
            <a:ext cx="198368" cy="19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086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Godfrey</dc:creator>
  <cp:lastModifiedBy>Benjamin Godfrey</cp:lastModifiedBy>
  <cp:revision>2</cp:revision>
  <dcterms:created xsi:type="dcterms:W3CDTF">2026-01-15T15:43:43Z</dcterms:created>
  <dcterms:modified xsi:type="dcterms:W3CDTF">2026-01-16T12:13:42Z</dcterms:modified>
</cp:coreProperties>
</file>